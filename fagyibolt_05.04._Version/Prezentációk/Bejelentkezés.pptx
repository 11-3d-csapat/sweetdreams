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A6117D-BFB4-41D6-88E1-B687C516777E}" v="78" dt="2026-05-04T02:32:58.3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15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17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503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50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95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75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902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09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7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18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78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9247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698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81560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13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7972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3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871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/>
              <a:t>Admin bejelentkezés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Rein  Nicolas, Pete András, Galambos Milán</a:t>
            </a:r>
          </a:p>
        </p:txBody>
      </p: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artalom helye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DEF65A13-6F5D-E080-83CB-0640A8672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8737" y="1632406"/>
            <a:ext cx="8946541" cy="395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671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tervezés látható">
            <a:extLst>
              <a:ext uri="{FF2B5EF4-FFF2-40B4-BE49-F238E27FC236}">
                <a16:creationId xmlns:a16="http://schemas.microsoft.com/office/drawing/2014/main" id="{0D3E0EC6-F113-D04A-C94D-BF3B3BC33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0" y="1010307"/>
            <a:ext cx="75057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056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 descr="A képen szöveg, képernyőkép, Betűtípus, szám látható">
            <a:extLst>
              <a:ext uri="{FF2B5EF4-FFF2-40B4-BE49-F238E27FC236}">
                <a16:creationId xmlns:a16="http://schemas.microsoft.com/office/drawing/2014/main" id="{63359DD8-FD67-94DC-C099-27432FC06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688" y="1417595"/>
            <a:ext cx="8810625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0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FF8279-0D10-A27C-3180-40F487756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2467" y="2529951"/>
            <a:ext cx="10552942" cy="4709488"/>
          </a:xfrm>
        </p:spPr>
        <p:txBody>
          <a:bodyPr/>
          <a:lstStyle/>
          <a:p>
            <a:r>
              <a:rPr lang="hu-HU" sz="7200"/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31204763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6" baseType="lpstr">
      <vt:lpstr>Ion</vt:lpstr>
      <vt:lpstr>Admin bejelentkezés</vt:lpstr>
      <vt:lpstr>PowerPoint-bemutató</vt:lpstr>
      <vt:lpstr>PowerPoint-bemutató</vt:lpstr>
      <vt:lpstr>PowerPoint-bemutató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</cp:revision>
  <dcterms:created xsi:type="dcterms:W3CDTF">2026-05-04T02:26:37Z</dcterms:created>
  <dcterms:modified xsi:type="dcterms:W3CDTF">2026-05-04T02:33:09Z</dcterms:modified>
</cp:coreProperties>
</file>