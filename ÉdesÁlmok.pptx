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65" r:id="rId3"/>
    <p:sldId id="266" r:id="rId4"/>
    <p:sldId id="257" r:id="rId5"/>
    <p:sldId id="261" r:id="rId6"/>
    <p:sldId id="264" r:id="rId7"/>
    <p:sldId id="270" r:id="rId8"/>
    <p:sldId id="267" r:id="rId9"/>
    <p:sldId id="268" r:id="rId10"/>
    <p:sldId id="258" r:id="rId11"/>
    <p:sldId id="260" r:id="rId12"/>
    <p:sldId id="262" r:id="rId13"/>
    <p:sldId id="263" r:id="rId14"/>
    <p:sldId id="269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702A6B-6B83-1E5A-51FA-CABB76E5E29C}" v="304" dt="2026-02-09T01:00:38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591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73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674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130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5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98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43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1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972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126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739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73042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623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010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883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416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1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5775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154211"/>
            <a:ext cx="6154713" cy="3124201"/>
          </a:xfrm>
        </p:spPr>
        <p:txBody>
          <a:bodyPr/>
          <a:lstStyle/>
          <a:p>
            <a:r>
              <a:t>Édes Álmok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5642688"/>
            <a:ext cx="5975454" cy="1913466"/>
          </a:xfrm>
        </p:spPr>
        <p:txBody>
          <a:bodyPr/>
          <a:lstStyle/>
          <a:p>
            <a:r>
              <a:rPr lang="hu-HU" dirty="0"/>
              <a:t>Pete András, </a:t>
            </a:r>
            <a:r>
              <a:rPr lang="hu-HU" dirty="0" err="1"/>
              <a:t>Rein</a:t>
            </a:r>
            <a:r>
              <a:rPr lang="hu-HU" dirty="0"/>
              <a:t> Nikolasz, Galambos Milán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054D9-C234-F3E0-5B8F-3C1215743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87474-CBE2-6387-D6F3-4C0958ED0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FŐOLDAL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01241-CC41-A3DE-15A7-FCB7EA6A9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533400"/>
            <a:ext cx="8297473" cy="37583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buNone/>
            </a:pPr>
            <a:endParaRPr lang="hu-HU" dirty="0">
              <a:solidFill>
                <a:schemeClr val="bg1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hu-HU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hu-HU" dirty="0">
              <a:ea typeface="Calibri"/>
              <a:cs typeface="Calibri"/>
            </a:endParaRPr>
          </a:p>
        </p:txBody>
      </p:sp>
      <p:pic>
        <p:nvPicPr>
          <p:cNvPr id="5" name="Kép 4" descr="A képen szöveg, képernyőkép, Betűtípus, Weblap látható">
            <a:extLst>
              <a:ext uri="{FF2B5EF4-FFF2-40B4-BE49-F238E27FC236}">
                <a16:creationId xmlns:a16="http://schemas.microsoft.com/office/drawing/2014/main" id="{D3E02B3B-89B2-4347-2AEA-939C103FC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11" y="535792"/>
            <a:ext cx="7270230" cy="387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02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7CA11-7461-7ACE-3FB7-6D8A8F7E8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3F4E5-5518-D211-F539-CFB24EFE3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Galéria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C59B5-0031-8666-AFC5-CEAB0B669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064" y="-625"/>
            <a:ext cx="6676662" cy="37676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dirty="0">
              <a:ea typeface="Calibri"/>
              <a:cs typeface="Calibri"/>
            </a:endParaRPr>
          </a:p>
          <a:p>
            <a:pPr algn="ctr">
              <a:buClr>
                <a:srgbClr val="FFFFFF"/>
              </a:buClr>
            </a:pPr>
            <a:r>
              <a:rPr lang="hu-HU" dirty="0">
                <a:solidFill>
                  <a:srgbClr val="333333"/>
                </a:solidFill>
                <a:latin typeface="Segoe UI"/>
                <a:ea typeface="Calibri"/>
                <a:cs typeface="Segoe UI"/>
              </a:rPr>
              <a:t>Fedezd fel fagylaltozónk világát! Tekintsd meg ízeit, kiegészítőinket és azt a szeretetet, amivel</a:t>
            </a:r>
            <a:br>
              <a:rPr lang="hu-HU" dirty="0">
                <a:solidFill>
                  <a:srgbClr val="333333"/>
                </a:solidFill>
                <a:latin typeface="Segoe UI"/>
                <a:ea typeface="Calibri"/>
                <a:cs typeface="Segoe UI"/>
              </a:rPr>
            </a:br>
            <a:r>
              <a:rPr lang="hu-HU" dirty="0">
                <a:solidFill>
                  <a:srgbClr val="333333"/>
                </a:solidFill>
                <a:latin typeface="Segoe UI"/>
                <a:ea typeface="Calibri"/>
                <a:cs typeface="Segoe UI"/>
              </a:rPr>
              <a:t>minden egyes fagylaltot készítünk.</a:t>
            </a:r>
            <a:endParaRPr lang="hu-HU" dirty="0"/>
          </a:p>
          <a:p>
            <a:pPr>
              <a:buClr>
                <a:srgbClr val="FFFFFF"/>
              </a:buClr>
            </a:pPr>
            <a:endParaRPr lang="hu-HU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hu-HU" dirty="0">
              <a:ea typeface="Calibri"/>
              <a:cs typeface="Calibri"/>
            </a:endParaRPr>
          </a:p>
        </p:txBody>
      </p:sp>
      <p:pic>
        <p:nvPicPr>
          <p:cNvPr id="4" name="Kép 3" descr="A képen Jégkrém, szöveg, desszert, étel látható">
            <a:extLst>
              <a:ext uri="{FF2B5EF4-FFF2-40B4-BE49-F238E27FC236}">
                <a16:creationId xmlns:a16="http://schemas.microsoft.com/office/drawing/2014/main" id="{90898128-F23C-378A-48B2-0E96ED0A6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92" y="1634838"/>
            <a:ext cx="8366385" cy="306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7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Rólunk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1200" dirty="0" err="1">
              <a:solidFill>
                <a:schemeClr val="bg1"/>
              </a:solidFill>
              <a:highlight>
                <a:srgbClr val="FFFFFF"/>
              </a:highlight>
            </a:endParaRPr>
          </a:p>
          <a:p>
            <a:pPr algn="ctr">
              <a:buClr>
                <a:srgbClr val="FFFFFF"/>
              </a:buClr>
            </a:pPr>
            <a:endParaRPr lang="en-US" sz="1200" dirty="0">
              <a:solidFill>
                <a:schemeClr val="bg1"/>
              </a:solidFill>
              <a:highlight>
                <a:srgbClr val="FFFFFF"/>
              </a:highlight>
            </a:endParaRPr>
          </a:p>
        </p:txBody>
      </p:sp>
      <p:pic>
        <p:nvPicPr>
          <p:cNvPr id="4" name="Kép 3" descr="A képen szöveg, számítógép, képernyőkép, bútorok látható&#10;&#10;Lehet, hogy az AI által létrehozott tartalom helytelen.">
            <a:extLst>
              <a:ext uri="{FF2B5EF4-FFF2-40B4-BE49-F238E27FC236}">
                <a16:creationId xmlns:a16="http://schemas.microsoft.com/office/drawing/2014/main" id="{45370892-679A-FD13-088C-7E2029AA8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24" y="897655"/>
            <a:ext cx="8216484" cy="34044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Allergének</a:t>
            </a:r>
          </a:p>
        </p:txBody>
      </p:sp>
      <p:pic>
        <p:nvPicPr>
          <p:cNvPr id="5" name="Kép 4" descr="A képen szöveg, képernyőkép, Betűtípus, szám látható">
            <a:extLst>
              <a:ext uri="{FF2B5EF4-FFF2-40B4-BE49-F238E27FC236}">
                <a16:creationId xmlns:a16="http://schemas.microsoft.com/office/drawing/2014/main" id="{2A120DFF-2EFF-7928-14F1-98988BA0E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25" y="1712238"/>
            <a:ext cx="8019738" cy="15410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Rendelés</a:t>
            </a:r>
            <a:br>
              <a:rPr lang="hu-HU" dirty="0"/>
            </a:b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hu-HU" dirty="0">
              <a:ea typeface="Calibri"/>
              <a:cs typeface="Calibri"/>
            </a:endParaRPr>
          </a:p>
          <a:p>
            <a:endParaRPr dirty="0"/>
          </a:p>
        </p:txBody>
      </p:sp>
      <p:pic>
        <p:nvPicPr>
          <p:cNvPr id="4" name="Kép 3" descr="A képen szöveg, képernyőkép, szoftver, Betűtípus látható">
            <a:extLst>
              <a:ext uri="{FF2B5EF4-FFF2-40B4-BE49-F238E27FC236}">
                <a16:creationId xmlns:a16="http://schemas.microsoft.com/office/drawing/2014/main" id="{CA5AB59F-56DD-CC7A-6EFF-A8864E2BA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220" y="299803"/>
            <a:ext cx="5119430" cy="5640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BDFEB-6F1E-A65D-3FEA-1A15769A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C133-7D47-F9D5-D2EC-5C3DB7F3B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Rendelések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F717A-F376-B92D-336C-51E2966C9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FFFFFF"/>
              </a:buClr>
            </a:pPr>
            <a:endParaRPr lang="hu-HU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hu-HU"/>
          </a:p>
        </p:txBody>
      </p:sp>
      <p:pic>
        <p:nvPicPr>
          <p:cNvPr id="4" name="Kép 3" descr="A képen szöveg, képernyőkép, képernyő, Betűtípus látható">
            <a:extLst>
              <a:ext uri="{FF2B5EF4-FFF2-40B4-BE49-F238E27FC236}">
                <a16:creationId xmlns:a16="http://schemas.microsoft.com/office/drawing/2014/main" id="{5D514829-DE04-DC3A-CD77-FF7693DD7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46" y="1943720"/>
            <a:ext cx="8750508" cy="234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70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0CC08-CC2D-7EBF-E48E-EF6CD6B73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018-2D18-9C03-7B01-59D34C68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GYIK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37C25-8A33-37B9-B1EF-9D41CD026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FFFFFF"/>
              </a:buClr>
            </a:pPr>
            <a:endParaRPr lang="hu-HU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hu-HU"/>
          </a:p>
        </p:txBody>
      </p:sp>
      <p:pic>
        <p:nvPicPr>
          <p:cNvPr id="4" name="Kép 3" descr="A képen szöveg, képernyőkép, szám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7050ACCB-D706-969F-5BD1-5C5F51259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009" y="187377"/>
            <a:ext cx="6576779" cy="498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76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CF91D-A95E-2B08-29FC-7757C464F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C2DE2-0C16-AB38-6B1F-32347675B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KAPCSOLAT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D8993-BC6B-1989-7447-B965DCB18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FFFFFF"/>
              </a:buClr>
            </a:pPr>
            <a:endParaRPr lang="hu-HU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hu-HU"/>
          </a:p>
        </p:txBody>
      </p:sp>
      <p:pic>
        <p:nvPicPr>
          <p:cNvPr id="4" name="Kép 3" descr="A képen szöveg, képernyőkép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20354F59-24C8-155B-AB69-33006FA08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97" y="825697"/>
            <a:ext cx="8609976" cy="367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88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Fagylaltok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Több mint 30 féle íz:</a:t>
            </a:r>
          </a:p>
          <a:p>
            <a:r>
              <a:t>• Klasszikus</a:t>
            </a:r>
          </a:p>
          <a:p>
            <a:r>
              <a:t>• Gyümölcs</a:t>
            </a:r>
          </a:p>
          <a:p>
            <a:r>
              <a:t>• Vegán</a:t>
            </a:r>
          </a:p>
          <a:p>
            <a:r>
              <a:t>• Cukormentes</a:t>
            </a:r>
          </a:p>
        </p:txBody>
      </p:sp>
      <p:pic>
        <p:nvPicPr>
          <p:cNvPr id="4" name="Picture 3" descr="HáziFagyl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11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Kiegészítők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 err="1"/>
              <a:t>Extrák</a:t>
            </a:r>
            <a:r>
              <a:rPr dirty="0"/>
              <a:t> </a:t>
            </a:r>
            <a:r>
              <a:rPr dirty="0" err="1"/>
              <a:t>minden</a:t>
            </a:r>
            <a:r>
              <a:rPr dirty="0"/>
              <a:t> </a:t>
            </a:r>
            <a:r>
              <a:rPr dirty="0" err="1"/>
              <a:t>ízléshez</a:t>
            </a:r>
            <a:r>
              <a:rPr dirty="0"/>
              <a:t>:</a:t>
            </a:r>
          </a:p>
          <a:p>
            <a:r>
              <a:rPr lang="hu-HU" dirty="0"/>
              <a:t>Cukorszórás</a:t>
            </a:r>
            <a:endParaRPr dirty="0">
              <a:ea typeface="Calibri"/>
              <a:cs typeface="Calibri"/>
            </a:endParaRPr>
          </a:p>
          <a:p>
            <a:r>
              <a:rPr lang="hu-HU" dirty="0" err="1"/>
              <a:t>Roletti</a:t>
            </a:r>
            <a:endParaRPr dirty="0" err="1">
              <a:ea typeface="Calibri"/>
              <a:cs typeface="Calibri"/>
            </a:endParaRPr>
          </a:p>
          <a:p>
            <a:r>
              <a:rPr lang="hu-HU" dirty="0"/>
              <a:t>Édes és sima tölcsér</a:t>
            </a:r>
            <a:endParaRPr dirty="0">
              <a:ea typeface="Calibri"/>
              <a:cs typeface="Calibri"/>
            </a:endParaRPr>
          </a:p>
        </p:txBody>
      </p:sp>
      <p:pic>
        <p:nvPicPr>
          <p:cNvPr id="4" name="Picture 3" descr="Tölcsé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183" y="1718247"/>
            <a:ext cx="2411544" cy="45118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Élmények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Családbarát környezet, mosolygós kiszolgálás.</a:t>
            </a:r>
          </a:p>
        </p:txBody>
      </p:sp>
      <p:pic>
        <p:nvPicPr>
          <p:cNvPr id="4" name="Picture 3" descr="Üz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905" y="2580182"/>
            <a:ext cx="2805035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Üzlet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" y="730146"/>
            <a:ext cx="6554867" cy="3767670"/>
          </a:xfrm>
        </p:spPr>
        <p:txBody>
          <a:bodyPr>
            <a:normAutofit lnSpcReduction="10000"/>
          </a:bodyPr>
          <a:lstStyle/>
          <a:p>
            <a:r>
              <a:rPr i="1" dirty="0">
                <a:solidFill>
                  <a:schemeClr val="bg1"/>
                </a:solidFill>
              </a:rPr>
              <a:t>Modern üzlethelyiség</a:t>
            </a:r>
            <a:endParaRPr lang="hu-HU" i="1">
              <a:solidFill>
                <a:schemeClr val="bg1"/>
              </a:solidFill>
            </a:endParaRPr>
          </a:p>
          <a:p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🕐 </a:t>
            </a:r>
            <a:r>
              <a:rPr lang="en-US" sz="1900" i="1" err="1">
                <a:solidFill>
                  <a:schemeClr val="bg1"/>
                </a:solidFill>
                <a:latin typeface="Century Gothic"/>
                <a:cs typeface="Segoe UI"/>
              </a:rPr>
              <a:t>Nyitvatartás</a:t>
            </a:r>
            <a:endParaRPr lang="en-US" sz="1900" i="1" dirty="0">
              <a:solidFill>
                <a:schemeClr val="bg1"/>
              </a:solidFill>
              <a:latin typeface="Century Gothic"/>
              <a:cs typeface="Segoe UI"/>
            </a:endParaRPr>
          </a:p>
          <a:p>
            <a:pPr>
              <a:buClr>
                <a:srgbClr val="FFFFFF"/>
              </a:buClr>
            </a:pPr>
            <a:r>
              <a:rPr lang="en-US" sz="1900" i="1" err="1">
                <a:solidFill>
                  <a:schemeClr val="bg1"/>
                </a:solidFill>
                <a:latin typeface="Century Gothic"/>
                <a:cs typeface="Segoe UI"/>
              </a:rPr>
              <a:t>Hétfő</a:t>
            </a:r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 10:00 - 20:00</a:t>
            </a:r>
            <a:endParaRPr lang="en-US" sz="1900" i="1">
              <a:solidFill>
                <a:schemeClr val="bg1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900" i="1" err="1">
                <a:solidFill>
                  <a:schemeClr val="bg1"/>
                </a:solidFill>
                <a:latin typeface="Century Gothic"/>
                <a:cs typeface="Segoe UI"/>
              </a:rPr>
              <a:t>Kedd</a:t>
            </a:r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 10:00 - 20:00</a:t>
            </a:r>
            <a:endParaRPr lang="en-US" sz="1900" i="1">
              <a:solidFill>
                <a:schemeClr val="bg1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900" i="1" err="1">
                <a:solidFill>
                  <a:schemeClr val="bg1"/>
                </a:solidFill>
                <a:latin typeface="Century Gothic"/>
                <a:cs typeface="Segoe UI"/>
              </a:rPr>
              <a:t>Szerda</a:t>
            </a:r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 10:00 - 20:00</a:t>
            </a:r>
            <a:endParaRPr lang="en-US" sz="1900" i="1">
              <a:solidFill>
                <a:schemeClr val="bg1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900" i="1" err="1">
                <a:solidFill>
                  <a:schemeClr val="bg1"/>
                </a:solidFill>
                <a:latin typeface="Century Gothic"/>
                <a:cs typeface="Segoe UI"/>
              </a:rPr>
              <a:t>Csütörtök</a:t>
            </a:r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 10:00 - 20:00</a:t>
            </a:r>
            <a:endParaRPr lang="en-US" sz="1900" i="1">
              <a:solidFill>
                <a:schemeClr val="bg1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Péntek 10:00 - 21:00</a:t>
            </a:r>
            <a:endParaRPr lang="en-US" sz="1900" i="1">
              <a:solidFill>
                <a:schemeClr val="bg1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Szombat 9:00 - 21:00</a:t>
            </a:r>
            <a:endParaRPr lang="en-US" sz="1900" i="1">
              <a:solidFill>
                <a:schemeClr val="bg1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900" i="1" err="1">
                <a:solidFill>
                  <a:schemeClr val="bg1"/>
                </a:solidFill>
                <a:latin typeface="Century Gothic"/>
                <a:cs typeface="Segoe UI"/>
              </a:rPr>
              <a:t>Vasárnap</a:t>
            </a:r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 9:00 - 20:00</a:t>
            </a:r>
            <a:endParaRPr lang="hu-HU" sz="1900" i="1" dirty="0">
              <a:solidFill>
                <a:schemeClr val="bg1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endParaRPr dirty="0"/>
          </a:p>
        </p:txBody>
      </p:sp>
      <p:pic>
        <p:nvPicPr>
          <p:cNvPr id="4" name="Picture 3" descr="BoldogCsalá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44" y="4491428"/>
            <a:ext cx="3657600" cy="24248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2B3DF-E8A2-7E76-AB91-51F42E6A6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623FC-2C32-0358-E7B9-71CFE60B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FELADATOK ELOSZTÁSA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B95DD-6CA7-B464-7A66-0BAA611A9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hu-HU" dirty="0">
                <a:ea typeface="Calibri"/>
                <a:cs typeface="Calibri"/>
              </a:rPr>
              <a:t>Nikolasz: server.js (később lesz frontend, mert ő az új tag)</a:t>
            </a:r>
          </a:p>
          <a:p>
            <a:pPr>
              <a:buClr>
                <a:srgbClr val="FFFFFF"/>
              </a:buClr>
            </a:pPr>
            <a:r>
              <a:rPr lang="hu-HU" dirty="0">
                <a:ea typeface="Calibri"/>
                <a:cs typeface="Calibri"/>
              </a:rPr>
              <a:t>András: SQL</a:t>
            </a:r>
          </a:p>
          <a:p>
            <a:pPr>
              <a:buClr>
                <a:srgbClr val="FFFFFF"/>
              </a:buClr>
            </a:pPr>
            <a:r>
              <a:rPr lang="hu-HU" dirty="0">
                <a:ea typeface="Calibri"/>
                <a:cs typeface="Calibri"/>
              </a:rPr>
              <a:t>Milán: </a:t>
            </a:r>
            <a:r>
              <a:rPr lang="hu-HU" dirty="0" err="1">
                <a:ea typeface="Calibri"/>
                <a:cs typeface="Calibri"/>
              </a:rPr>
              <a:t>Backend+PPT</a:t>
            </a:r>
          </a:p>
          <a:p>
            <a:pPr>
              <a:buClr>
                <a:srgbClr val="FFFFFF"/>
              </a:buClr>
            </a:pPr>
            <a:endParaRPr lang="hu-HU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1325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DD3BC-84B6-F14E-840D-1447473C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4DD5F-F1D3-D82F-FBAF-5746725F1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703" y="1207334"/>
            <a:ext cx="6039580" cy="5412073"/>
          </a:xfrm>
        </p:spPr>
        <p:txBody>
          <a:bodyPr>
            <a:noAutofit/>
          </a:bodyPr>
          <a:lstStyle/>
          <a:p>
            <a:r>
              <a:rPr lang="hu-HU" sz="7200" dirty="0"/>
              <a:t>KÖSZÖNJÜK A FIGYELMET!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0C00D-9520-5DD7-189D-C67AC4C2C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57" y="1058056"/>
            <a:ext cx="6554867" cy="37676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hu-HU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400684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Diavetítés a képernyőre (4:3 oldalarány)</PresentationFormat>
  <Paragraphs>0</Paragraphs>
  <Slides>15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6" baseType="lpstr">
      <vt:lpstr>Slice</vt:lpstr>
      <vt:lpstr>Édes Álmok</vt:lpstr>
      <vt:lpstr>FŐOLDAL</vt:lpstr>
      <vt:lpstr>Galéria</vt:lpstr>
      <vt:lpstr>Rólunk</vt:lpstr>
      <vt:lpstr>Allergének</vt:lpstr>
      <vt:lpstr>Rendelés </vt:lpstr>
      <vt:lpstr>Rendelések</vt:lpstr>
      <vt:lpstr>GYIK</vt:lpstr>
      <vt:lpstr>KAPCSOLAT</vt:lpstr>
      <vt:lpstr>Fagylaltok</vt:lpstr>
      <vt:lpstr>Kiegészítők</vt:lpstr>
      <vt:lpstr>Élmények</vt:lpstr>
      <vt:lpstr>Üzlet</vt:lpstr>
      <vt:lpstr>A FELADATOK ELOSZTÁSA</vt:lpstr>
      <vt:lpstr>KÖSZÖNJÜK A FIGYELMET!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142</cp:revision>
  <dcterms:created xsi:type="dcterms:W3CDTF">2013-01-27T09:14:16Z</dcterms:created>
  <dcterms:modified xsi:type="dcterms:W3CDTF">2026-02-09T01:00:59Z</dcterms:modified>
  <cp:category/>
</cp:coreProperties>
</file>