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15589-E7DC-A7B6-67DA-7E069424C4A4}" v="96" dt="2026-01-12T01:49:33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59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73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7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13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9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43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1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7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2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39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7304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623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010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83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16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1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77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Édes Álmok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Kézzel készített prémium fagylaltok</a:t>
            </a:r>
          </a:p>
          <a:p>
            <a:r>
              <a:t>Minőség, élmény, szeretet minden gombócban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Rólunk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Édes Álmok kézműves fagylaltozó prémium alapanyagokkal.</a:t>
            </a:r>
          </a:p>
          <a:p>
            <a:r>
              <a:t>Célunk, hogy minden vendégünk különleges élményt kapjon.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Fagylaltok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Több mint 30 féle íz:</a:t>
            </a:r>
          </a:p>
          <a:p>
            <a:r>
              <a:t>• Klasszikus</a:t>
            </a:r>
          </a:p>
          <a:p>
            <a:r>
              <a:t>• Gyümölcs</a:t>
            </a:r>
          </a:p>
          <a:p>
            <a:r>
              <a:t>• Vegán</a:t>
            </a:r>
          </a:p>
          <a:p>
            <a:r>
              <a:t>• Cukormentes</a:t>
            </a:r>
          </a:p>
        </p:txBody>
      </p:sp>
      <p:pic>
        <p:nvPicPr>
          <p:cNvPr id="4" name="Picture 3" descr="HáziFagyl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Kiegészítők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 err="1"/>
              <a:t>Extrák</a:t>
            </a:r>
            <a:r>
              <a:rPr dirty="0"/>
              <a:t> </a:t>
            </a:r>
            <a:r>
              <a:rPr dirty="0" err="1"/>
              <a:t>minden</a:t>
            </a:r>
            <a:r>
              <a:rPr dirty="0"/>
              <a:t> </a:t>
            </a:r>
            <a:r>
              <a:rPr dirty="0" err="1"/>
              <a:t>ízléshez</a:t>
            </a:r>
            <a:r>
              <a:rPr dirty="0"/>
              <a:t>:</a:t>
            </a:r>
          </a:p>
          <a:p>
            <a:r>
              <a:rPr lang="hu-HU" dirty="0"/>
              <a:t>Cukorszórás</a:t>
            </a:r>
            <a:endParaRPr dirty="0">
              <a:ea typeface="Calibri"/>
              <a:cs typeface="Calibri"/>
            </a:endParaRPr>
          </a:p>
          <a:p>
            <a:r>
              <a:rPr lang="hu-HU" dirty="0" err="1"/>
              <a:t>Roletti</a:t>
            </a:r>
            <a:endParaRPr dirty="0" err="1">
              <a:ea typeface="Calibri"/>
              <a:cs typeface="Calibri"/>
            </a:endParaRPr>
          </a:p>
          <a:p>
            <a:r>
              <a:rPr lang="hu-HU" dirty="0"/>
              <a:t>Édes és sima tölcsér</a:t>
            </a:r>
            <a:endParaRPr dirty="0">
              <a:ea typeface="Calibri"/>
              <a:cs typeface="Calibri"/>
            </a:endParaRPr>
          </a:p>
        </p:txBody>
      </p:sp>
      <p:pic>
        <p:nvPicPr>
          <p:cNvPr id="4" name="Picture 3" descr="Tölcsé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183" y="1718247"/>
            <a:ext cx="2411544" cy="4511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Allergének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Pontos allergén jelölés:</a:t>
            </a:r>
          </a:p>
          <a:p>
            <a:r>
              <a:t>Tej, glutén, diófélék, tojás</a:t>
            </a:r>
          </a:p>
        </p:txBody>
      </p:sp>
      <p:pic>
        <p:nvPicPr>
          <p:cNvPr id="4" name="Picture 3" descr="╓zelít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23" y="3676338"/>
            <a:ext cx="3657600" cy="2441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Élmények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Családbarát környezet, mosolygós kiszolgálás.</a:t>
            </a:r>
          </a:p>
        </p:txBody>
      </p:sp>
      <p:pic>
        <p:nvPicPr>
          <p:cNvPr id="4" name="Picture 3" descr="Üz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905" y="2580182"/>
            <a:ext cx="2805035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Üzlet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" y="730146"/>
            <a:ext cx="6554867" cy="3767670"/>
          </a:xfrm>
        </p:spPr>
        <p:txBody>
          <a:bodyPr>
            <a:normAutofit lnSpcReduction="10000"/>
          </a:bodyPr>
          <a:lstStyle/>
          <a:p>
            <a:r>
              <a:rPr i="1" dirty="0">
                <a:solidFill>
                  <a:schemeClr val="bg1"/>
                </a:solidFill>
              </a:rPr>
              <a:t>Modern üzlethelyiség</a:t>
            </a:r>
            <a:endParaRPr lang="hu-HU" i="1">
              <a:solidFill>
                <a:schemeClr val="bg1"/>
              </a:solidFill>
            </a:endParaRPr>
          </a:p>
          <a:p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🕐 </a:t>
            </a: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Nyitvatartás</a:t>
            </a:r>
            <a:endParaRPr lang="en-US" sz="1900" i="1" dirty="0">
              <a:solidFill>
                <a:schemeClr val="bg1"/>
              </a:solidFill>
              <a:latin typeface="Century Gothic"/>
              <a:cs typeface="Segoe UI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Hétfő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Kedd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Szerda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Csütörtök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10:00 - 20:00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Péntek 10:00 - 21:00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Szombat 9:00 - 21:00</a:t>
            </a:r>
            <a:endParaRPr lang="en-US" sz="1900" i="1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r>
              <a:rPr lang="en-US" sz="1900" i="1" err="1">
                <a:solidFill>
                  <a:schemeClr val="bg1"/>
                </a:solidFill>
                <a:latin typeface="Century Gothic"/>
                <a:cs typeface="Segoe UI"/>
              </a:rPr>
              <a:t>Vasárnap</a:t>
            </a:r>
            <a:r>
              <a:rPr lang="en-US" sz="1900" i="1" dirty="0">
                <a:solidFill>
                  <a:schemeClr val="bg1"/>
                </a:solidFill>
                <a:latin typeface="Century Gothic"/>
                <a:cs typeface="Segoe UI"/>
              </a:rPr>
              <a:t> 9:00 - 20:00</a:t>
            </a:r>
            <a:endParaRPr lang="hu-HU" sz="1900" i="1" dirty="0">
              <a:solidFill>
                <a:schemeClr val="bg1"/>
              </a:solidFill>
              <a:latin typeface="Century Gothic"/>
            </a:endParaRPr>
          </a:p>
          <a:p>
            <a:pPr>
              <a:buClr>
                <a:srgbClr val="FFFFFF"/>
              </a:buClr>
            </a:pPr>
            <a:endParaRPr dirty="0"/>
          </a:p>
        </p:txBody>
      </p:sp>
      <p:pic>
        <p:nvPicPr>
          <p:cNvPr id="4" name="Picture 3" descr="BoldogCsalá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44" y="4491428"/>
            <a:ext cx="3657600" cy="2424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Kapcsolat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dirty="0">
              <a:ea typeface="Calibri"/>
              <a:cs typeface="Calibri"/>
            </a:endParaRPr>
          </a:p>
          <a:p>
            <a:r>
              <a:rPr err="1"/>
              <a:t>Telefon</a:t>
            </a:r>
            <a:r>
              <a:rPr dirty="0"/>
              <a:t>: +36 30 123 4567</a:t>
            </a:r>
          </a:p>
          <a:p>
            <a:pPr>
              <a:buClr>
                <a:srgbClr val="FFFFFF"/>
              </a:buClr>
            </a:pPr>
            <a:endParaRPr lang="hu-HU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Diavetítés a képernyőre (4:3 oldalarány)</PresentationFormat>
  <Paragraphs>0</Paragraphs>
  <Slides>8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9" baseType="lpstr">
      <vt:lpstr>Slice</vt:lpstr>
      <vt:lpstr>Édes Álmok</vt:lpstr>
      <vt:lpstr>Rólunk</vt:lpstr>
      <vt:lpstr>Fagylaltok</vt:lpstr>
      <vt:lpstr>Kiegészítők</vt:lpstr>
      <vt:lpstr>Allergének</vt:lpstr>
      <vt:lpstr>Élmények</vt:lpstr>
      <vt:lpstr>Üzlet</vt:lpstr>
      <vt:lpstr>Kapcsolat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37</cp:revision>
  <dcterms:created xsi:type="dcterms:W3CDTF">2013-01-27T09:14:16Z</dcterms:created>
  <dcterms:modified xsi:type="dcterms:W3CDTF">2026-01-12T01:49:57Z</dcterms:modified>
  <cp:category/>
</cp:coreProperties>
</file>