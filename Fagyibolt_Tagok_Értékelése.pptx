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E6B4F-89CB-7F7F-0B08-FE92E7EE543F}" v="317" dt="2026-03-29T21:25:28.6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62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796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132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71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895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8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5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86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11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4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027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68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067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8200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19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368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98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900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3501" y="3193532"/>
            <a:ext cx="5822058" cy="182839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hu-HU" sz="6000"/>
              <a:t>Édes Álmok </a:t>
            </a:r>
            <a:br>
              <a:rPr lang="hu-HU" sz="6000" dirty="0"/>
            </a:br>
            <a:r>
              <a:rPr sz="6000"/>
              <a:t>Projektmunka</a:t>
            </a:r>
            <a:endParaRPr lang="hu-HU" sz="600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9586" y="5291507"/>
            <a:ext cx="5714228" cy="140546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sz="3200" dirty="0" err="1"/>
              <a:t>Nikó</a:t>
            </a:r>
            <a:r>
              <a:rPr sz="3200" dirty="0"/>
              <a:t>, András </a:t>
            </a:r>
            <a:r>
              <a:rPr sz="3200" dirty="0" err="1"/>
              <a:t>és</a:t>
            </a:r>
            <a:r>
              <a:rPr sz="3200" dirty="0"/>
              <a:t> Milán </a:t>
            </a:r>
            <a:r>
              <a:rPr sz="3200" dirty="0" err="1"/>
              <a:t>munkájának</a:t>
            </a:r>
            <a:r>
              <a:rPr sz="3200" dirty="0"/>
              <a:t> </a:t>
            </a:r>
            <a:r>
              <a:rPr sz="3200" dirty="0" err="1"/>
              <a:t>értékelése</a:t>
            </a:r>
            <a:endParaRPr lang="hu-HU" sz="3200" dirty="0" err="1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800"/>
              <a:t>NiCO</a:t>
            </a:r>
            <a:r>
              <a:rPr sz="4800" dirty="0"/>
              <a:t> </a:t>
            </a:r>
            <a:r>
              <a:rPr sz="4800" err="1"/>
              <a:t>munkája</a:t>
            </a:r>
            <a:endParaRPr lang="hu-HU" sz="480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Új tag, aki mindig emlékeztet, ha közeleg a határidő</a:t>
            </a:r>
            <a:endParaRPr lang="hu-HU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hu-HU">
                <a:ea typeface="Calibri"/>
                <a:cs typeface="Calibri"/>
              </a:rPr>
              <a:t>Server.js volt a feladata, amit tökéletesen elvégzett</a:t>
            </a:r>
            <a:endParaRPr lang="hu-HU" dirty="0"/>
          </a:p>
          <a:p>
            <a:r>
              <a:rPr lang="hu-HU"/>
              <a:t>Stabil kód</a:t>
            </a:r>
            <a:endParaRPr lang="hu-HU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 dirty="0" err="1">
                <a:ea typeface="Calibri"/>
                <a:cs typeface="Calibri"/>
              </a:rPr>
              <a:t>Értékelés</a:t>
            </a:r>
            <a:r>
              <a:rPr lang="en-US" dirty="0">
                <a:ea typeface="Calibri"/>
                <a:cs typeface="Calibri"/>
              </a:rPr>
              <a:t>: 10/10</a:t>
            </a:r>
            <a:endParaRPr lang="hu-HU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/>
              <a:t>András </a:t>
            </a:r>
            <a:r>
              <a:rPr sz="4800" dirty="0" err="1"/>
              <a:t>munkája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hu-HU"/>
              <a:t>Fagyibolt.sql volt András feladata, melyet szépen átláthatóan el is végzett</a:t>
            </a:r>
            <a:endParaRPr lang="hu-HU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 Továbbá segített a backendben is, amikor elakadtunk</a:t>
            </a:r>
            <a:endParaRPr dirty="0">
              <a:ea typeface="Calibri"/>
              <a:cs typeface="Calibri"/>
            </a:endParaRPr>
          </a:p>
          <a:p>
            <a:r>
              <a:rPr dirty="0" err="1"/>
              <a:t>Értékelés</a:t>
            </a:r>
            <a:r>
              <a:rPr dirty="0"/>
              <a:t>: </a:t>
            </a:r>
            <a:r>
              <a:rPr lang="hu-HU" dirty="0"/>
              <a:t>10/9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800" dirty="0"/>
              <a:t>Milán </a:t>
            </a:r>
            <a:r>
              <a:rPr sz="4800" dirty="0" err="1"/>
              <a:t>munkája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lang="hu-HU"/>
              <a:t>A frontend és backend alapját teljes egészében ő csinálta </a:t>
            </a:r>
            <a:endParaRPr lang="hu-HU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dirty="0" err="1"/>
              <a:t>Gyors</a:t>
            </a:r>
            <a:r>
              <a:rPr dirty="0"/>
              <a:t> </a:t>
            </a:r>
            <a:r>
              <a:rPr dirty="0" err="1"/>
              <a:t>betöltés</a:t>
            </a:r>
            <a:endParaRPr dirty="0" err="1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Hiányok a backendben</a:t>
            </a:r>
            <a:endParaRPr lang="hu-HU">
              <a:ea typeface="Calibri"/>
              <a:cs typeface="Calibri"/>
            </a:endParaRPr>
          </a:p>
          <a:p>
            <a:r>
              <a:rPr dirty="0" err="1"/>
              <a:t>Értékelés</a:t>
            </a:r>
            <a:r>
              <a:rPr dirty="0"/>
              <a:t>: </a:t>
            </a:r>
            <a:r>
              <a:rPr lang="hu-HU" dirty="0"/>
              <a:t>10/9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3950" y="581026"/>
            <a:ext cx="7772400" cy="1456267"/>
          </a:xfrm>
        </p:spPr>
        <p:txBody>
          <a:bodyPr>
            <a:normAutofit/>
          </a:bodyPr>
          <a:lstStyle/>
          <a:p>
            <a:r>
              <a:rPr sz="4800" dirty="0" err="1"/>
              <a:t>Összegzés</a:t>
            </a:r>
            <a:endParaRPr lang="hu-HU" sz="4800" dirty="0" err="1">
              <a:ea typeface="Calibri Light"/>
              <a:cs typeface="Calibri Ligh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r>
              <a:rPr err="1"/>
              <a:t>Mindhárom</a:t>
            </a:r>
            <a:r>
              <a:rPr dirty="0"/>
              <a:t> </a:t>
            </a:r>
            <a:r>
              <a:t>munka </a:t>
            </a:r>
            <a:r>
              <a:rPr lang="hu-HU"/>
              <a:t>viszonylag </a:t>
            </a:r>
            <a:r>
              <a:rPr err="1"/>
              <a:t>jól</a:t>
            </a:r>
            <a:r>
              <a:rPr dirty="0"/>
              <a:t> </a:t>
            </a:r>
            <a:r>
              <a:rPr err="1"/>
              <a:t>sikerült</a:t>
            </a:r>
            <a:endParaRPr lang="hu-HU" err="1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 Sajnos a halogatás jelen van mindhárom tagnál</a:t>
            </a:r>
            <a:endParaRPr dirty="0">
              <a:ea typeface="Calibri"/>
              <a:cs typeface="Calibri"/>
            </a:endParaRPr>
          </a:p>
          <a:p>
            <a:r>
              <a:rPr dirty="0"/>
              <a:t> </a:t>
            </a:r>
            <a:r>
              <a:rPr lang="hu-HU"/>
              <a:t> A PPT-ket nagyrészt együtt csináltuk</a:t>
            </a:r>
            <a:endParaRPr lang="hu-HU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9824F1-7F6D-FF7C-3339-ACBAFFCD8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28901"/>
            <a:ext cx="9477375" cy="1456267"/>
          </a:xfrm>
        </p:spPr>
        <p:txBody>
          <a:bodyPr>
            <a:noAutofit/>
          </a:bodyPr>
          <a:lstStyle/>
          <a:p>
            <a:r>
              <a:rPr lang="hu-HU" sz="8000">
                <a:ea typeface="Calibri Light"/>
                <a:cs typeface="Calibri Light"/>
              </a:rPr>
              <a:t>KÖSZÖNJÜK A FIGYELMET!</a:t>
            </a:r>
            <a:endParaRPr lang="hu-HU" sz="8000"/>
          </a:p>
        </p:txBody>
      </p:sp>
    </p:spTree>
    <p:extLst>
      <p:ext uri="{BB962C8B-B14F-4D97-AF65-F5344CB8AC3E}">
        <p14:creationId xmlns:p14="http://schemas.microsoft.com/office/powerpoint/2010/main" val="20052031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Diavetítés a képernyőre (4:3 oldalarány)</PresentationFormat>
  <Paragraphs>0</Paragraphs>
  <Slides>6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7" baseType="lpstr">
      <vt:lpstr>Celestial</vt:lpstr>
      <vt:lpstr>Édes Álmok  Projektmunka</vt:lpstr>
      <vt:lpstr>NiCO munkája</vt:lpstr>
      <vt:lpstr>András munkája</vt:lpstr>
      <vt:lpstr>Milán munkája</vt:lpstr>
      <vt:lpstr>Összegzés</vt:lpstr>
      <vt:lpstr>KÖSZÖNJÜK A FIGYELMET!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94</cp:revision>
  <dcterms:created xsi:type="dcterms:W3CDTF">2013-01-27T09:14:16Z</dcterms:created>
  <dcterms:modified xsi:type="dcterms:W3CDTF">2026-03-29T21:25:36Z</dcterms:modified>
  <cp:category/>
</cp:coreProperties>
</file>